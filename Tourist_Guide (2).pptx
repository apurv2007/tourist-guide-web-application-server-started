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9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326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14746F">
              <a:alpha val="45000"/>
            </a:srgbClr>
          </a:solidFill>
          <a:ln w="12700">
            <a:solidFill>
              <a:srgbClr val="14746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377440"/>
            <a:ext cx="3291840" cy="329184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9372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D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CE0525 · Python Web Application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Tourist Guide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 Tourist Guide: Discover Incredible India with Scientific Computing &amp; Data Structures in Python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IU2441230303,  IU2441230307,  IU2441230326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Guide  |  2/14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3716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417320"/>
            <a:ext cx="457200" cy="45720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3716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13716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2468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Home Page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46120" y="228600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25146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90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2468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 &amp; Filters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035040" y="228600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514600"/>
            <a:ext cx="457200" cy="45720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2468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Guides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System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246120" y="33832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29000" y="3611880"/>
            <a:ext cx="457200" cy="45720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290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402336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&amp; Benefits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035040" y="33832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36118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7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81228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Guide  |  3/14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 Tourist Guide is a standalone web application that helps travellers explore, compare and book tours across India.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/>
              <a:t>By consolidating diverse regional itineraries into a single dashboard, the platform allows users to seamlessly filter destinations based on travel style, budget constraints, and real-time review metrics.</a:t>
            </a:r>
          </a:p>
          <a:p>
            <a:br>
              <a:rPr lang="en-IN" sz="1600" dirty="0"/>
            </a:br>
            <a:endParaRPr lang="en-IN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40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Intelligent Tourist Guide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94960" y="118872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0B3C49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6692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0" y="1874520"/>
            <a:ext cx="2743200" cy="384048"/>
          </a:xfrm>
          <a:prstGeom prst="roundRect">
            <a:avLst>
              <a:gd name="adj" fmla="val 47619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1874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2377440"/>
            <a:ext cx="2743200" cy="384048"/>
          </a:xfrm>
          <a:prstGeom prst="roundRect">
            <a:avLst>
              <a:gd name="adj" fmla="val 47619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0" y="2377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0" y="2880360"/>
            <a:ext cx="2743200" cy="384048"/>
          </a:xfrm>
          <a:prstGeom prst="roundRect">
            <a:avLst>
              <a:gd name="adj" fmla="val 47619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0" y="2880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0" y="3383280"/>
            <a:ext cx="2743200" cy="384048"/>
          </a:xfrm>
          <a:prstGeom prst="roundRect">
            <a:avLst>
              <a:gd name="adj" fmla="val 47619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0" y="33832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Chart.js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0" y="3886200"/>
            <a:ext cx="2743200" cy="384048"/>
          </a:xfrm>
          <a:prstGeom prst="roundRect">
            <a:avLst>
              <a:gd name="adj" fmla="val 47619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3886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(Admin GUI)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Guide  |  4/14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52728"/>
            <a:ext cx="512064" cy="512064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3807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234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discovery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1234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browse, filter and search tourist destinations quickly.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0116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121408"/>
            <a:ext cx="512064" cy="512064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2494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core concepts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103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lists, dicts, lambda, OOP, linked lists, sorting and searching.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288036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990088"/>
            <a:ext cx="512064" cy="512064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11810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booking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65760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traveller details with validated input and confirm tours.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858768"/>
            <a:ext cx="512064" cy="512064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398678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365760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ratings and prices with Pandas, NumPy and charts.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Highlights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Guide  |  5/14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0B3C49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Spots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371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4.74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3108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₹2,600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Tour Price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0B3C49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937760" y="3108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Bookings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Modules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Guide  |  6/14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45161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search, stats and top-rated spots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1430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3258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730" y="145161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with category filters and sorting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1430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325880"/>
            <a:ext cx="502920" cy="50292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145161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Guides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guides directory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28803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" y="318897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008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977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form and confirmed tours table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246120" y="28803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063240"/>
            <a:ext cx="502920" cy="50292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4730" y="318897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42900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Analytics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3429000" y="3977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charts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035040" y="28803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3063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3650" y="318897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21792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Mapping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977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course outcome compliance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 Overview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Guide  |  7/14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663440" cy="3291840"/>
          </a:xfrm>
          <a:prstGeom prst="roundRect">
            <a:avLst>
              <a:gd name="adj" fmla="val 3333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2588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64792" y="132588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64792" y="132588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43784" y="132588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43784" y="132588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Guides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132588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2776" y="132588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Incredible India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Intelligent Tourist Guide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743200"/>
            <a:ext cx="420624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destinations...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2788920"/>
            <a:ext cx="1005840" cy="320040"/>
          </a:xfrm>
          <a:prstGeom prst="roundRect">
            <a:avLst>
              <a:gd name="adj" fmla="val 4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2788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474720"/>
            <a:ext cx="987552" cy="685800"/>
          </a:xfrm>
          <a:prstGeom prst="roundRect">
            <a:avLst>
              <a:gd name="adj" fmla="val 13333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52044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886200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64792" y="3474720"/>
            <a:ext cx="987552" cy="685800"/>
          </a:xfrm>
          <a:prstGeom prst="roundRect">
            <a:avLst>
              <a:gd name="adj" fmla="val 13333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764792" y="352044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764792" y="3886200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43784" y="3474720"/>
            <a:ext cx="987552" cy="685800"/>
          </a:xfrm>
          <a:prstGeom prst="roundRect">
            <a:avLst>
              <a:gd name="adj" fmla="val 13333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43784" y="352044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₹2,600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843784" y="3886200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922776" y="3474720"/>
            <a:ext cx="987552" cy="685800"/>
          </a:xfrm>
          <a:prstGeom prst="roundRect">
            <a:avLst>
              <a:gd name="adj" fmla="val 13333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922776" y="352044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922776" y="3886200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94960" y="114300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32120" y="1399032"/>
            <a:ext cx="502920" cy="50292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50" y="1524762"/>
            <a:ext cx="251460" cy="25146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6172200" y="1252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search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172200" y="15819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destination straight from the hero section.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394960" y="228600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532120" y="254203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2667762"/>
            <a:ext cx="251460" cy="251460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6172200" y="2395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6172200" y="27249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Spots, rating, price and bookings at a glance.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5394960" y="342900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5532120" y="3685032"/>
            <a:ext cx="502920" cy="50292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850" y="3810762"/>
            <a:ext cx="251460" cy="251460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6172200" y="3538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spots</a:t>
            </a:r>
            <a:endParaRPr lang="en-US" sz="1500" dirty="0"/>
          </a:p>
        </p:txBody>
      </p:sp>
      <p:sp>
        <p:nvSpPr>
          <p:cNvPr id="45" name="Text 40"/>
          <p:cNvSpPr txBox="1"/>
          <p:nvPr/>
        </p:nvSpPr>
        <p:spPr>
          <a:xfrm>
            <a:off x="6172200" y="38679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destinations are shown first on the home page.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Destinations Catalog &amp; Filters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Guide  |  8/14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categories to explore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920240" cy="100584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373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0" y="1737360"/>
            <a:ext cx="1920240" cy="1005840"/>
          </a:xfrm>
          <a:prstGeom prst="roundRect">
            <a:avLst>
              <a:gd name="adj" fmla="val 18182"/>
            </a:avLst>
          </a:prstGeom>
          <a:solidFill>
            <a:srgbClr val="D6EBE8"/>
          </a:solidFill>
          <a:ln w="12700">
            <a:solidFill>
              <a:srgbClr val="D6EB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7373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1920240" cy="1005840"/>
          </a:xfrm>
          <a:prstGeom prst="roundRect">
            <a:avLst>
              <a:gd name="adj" fmla="val 18182"/>
            </a:avLst>
          </a:prstGeom>
          <a:solidFill>
            <a:srgbClr val="D6EBE8"/>
          </a:solidFill>
          <a:ln w="12700">
            <a:solidFill>
              <a:srgbClr val="D6EB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7373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766560" y="1737360"/>
            <a:ext cx="1920240" cy="100584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17373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1920240" cy="1005840"/>
          </a:xfrm>
          <a:prstGeom prst="roundRect">
            <a:avLst>
              <a:gd name="adj" fmla="val 18182"/>
            </a:avLst>
          </a:prstGeom>
          <a:solidFill>
            <a:srgbClr val="D6EBE8"/>
          </a:solidFill>
          <a:ln w="12700">
            <a:solidFill>
              <a:srgbClr val="D6EB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71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560320" y="2971800"/>
            <a:ext cx="1920240" cy="1005840"/>
          </a:xfrm>
          <a:prstGeom prst="roundRect">
            <a:avLst>
              <a:gd name="adj" fmla="val 18182"/>
            </a:avLst>
          </a:prstGeom>
          <a:solidFill>
            <a:srgbClr val="D6EBE8"/>
          </a:solidFill>
          <a:ln w="12700">
            <a:solidFill>
              <a:srgbClr val="D6EB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60320" y="2971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1920240" cy="100584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2971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766560" y="2971800"/>
            <a:ext cx="1920240" cy="1005840"/>
          </a:xfrm>
          <a:prstGeom prst="roundRect">
            <a:avLst>
              <a:gd name="adj" fmla="val 18182"/>
            </a:avLst>
          </a:prstGeom>
          <a:solidFill>
            <a:srgbClr val="D6EBE8"/>
          </a:solidFill>
          <a:ln w="12700">
            <a:solidFill>
              <a:srgbClr val="D6EB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2971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 can filter the whole catalog by any one category.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OOP: Tour Guides Directory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Guide  |  9/14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383280" y="118872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38328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(base class)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guide details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2103120"/>
            <a:ext cx="0" cy="27432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2377440"/>
            <a:ext cx="3566160" cy="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2377440"/>
            <a:ext cx="0" cy="27432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377440"/>
            <a:ext cx="0" cy="274320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265176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5448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LocalGuide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tour fee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265176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AgencyGuide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tour fee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4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guide types share common details, each with its own tour fee.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System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Guide  |  10/14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Package 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F2F7F7"/>
          </a:solidFill>
          <a:ln w="9525">
            <a:solidFill>
              <a:srgbClr val="C9D8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F2F7F7"/>
          </a:solidFill>
          <a:ln w="9525">
            <a:solidFill>
              <a:srgbClr val="C9D8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F2F7F7"/>
          </a:solidFill>
          <a:ln w="9525">
            <a:solidFill>
              <a:srgbClr val="C9D8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F2F7F7"/>
          </a:solidFill>
          <a:ln w="9525">
            <a:solidFill>
              <a:srgbClr val="C9D8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Date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F2F7F7"/>
          </a:solidFill>
          <a:ln w="9525">
            <a:solidFill>
              <a:srgbClr val="C9D8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Travelers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0B3C49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13716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210" y="1497330"/>
            <a:ext cx="251460" cy="25146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669280" y="1371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Validation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4983480" y="19659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checked with a regex pattern. Phone must be 10 digits starting 6-9.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754880" y="288036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983480" y="3108960"/>
            <a:ext cx="502920" cy="50292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210" y="3234690"/>
            <a:ext cx="251460" cy="25146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66928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Bookings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4983480" y="3703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shows ID, destination, traveler, contact, date, travelers and total cost.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Journey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Guide  |  11/14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265176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00200"/>
            <a:ext cx="731520" cy="73152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108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featured destinations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25980" y="1371600"/>
            <a:ext cx="1554480" cy="265176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37460" y="160020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340" y="1783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2598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212598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Sort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2263140" y="3108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by category, rating or price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794760" y="1371600"/>
            <a:ext cx="1554480" cy="265176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06240" y="1600200"/>
            <a:ext cx="731520" cy="73152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7830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79476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379476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Guide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3931920" y="3108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certified tour guide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63540" y="1371600"/>
            <a:ext cx="1554480" cy="265176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875020" y="160020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0" y="17830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46354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546354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5600700" y="3108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traveller details and date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7132320" y="1371600"/>
            <a:ext cx="1554480" cy="265176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543800" y="1600200"/>
            <a:ext cx="731520" cy="73152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178308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3232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713232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7269480" y="3108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booking in the confirmed list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search to confirmed booking in five simple steps.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for Travellers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Guide  |  12/14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0B3C49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52019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0574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Destinations, guides and booking in one place.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37160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630" y="152019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pricing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0574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tour price of ₹2,600 with transparent guide fees.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10896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0" y="325755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guides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37947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 of certified local and agency guides.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0B3C49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10896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0630" y="325755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1500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details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4892040" y="37947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phone are checked before a booking is confirmed.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Guide  |  13/14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463040"/>
            <a:ext cx="822960" cy="82296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16687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1089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tours securely inside the app.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60320" y="118872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960" y="146304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16687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Destinations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743200" y="31089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beyond the current 10 featured spots.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663440" y="118872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12080" y="1463040"/>
            <a:ext cx="822960" cy="82296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820" y="16687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0060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 Reviews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846320" y="31089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visitors rate and review tours.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766560" y="118872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0" y="146304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0940" y="16687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0372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949440" y="31089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app for booking on the go.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14746F">
              <a:alpha val="45000"/>
            </a:srgbClr>
          </a:solidFill>
          <a:ln w="12700">
            <a:solidFill>
              <a:srgbClr val="14746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258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Guide brings destinations, guides and bookings into one web app.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574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filters and search help travellers find the right destination quickly.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7889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booking form with validated details turns a search into a confirmed tour.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57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https://projectpsc.netlify.app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</Words>
  <Application>Microsoft Office PowerPoint</Application>
  <PresentationFormat>On-screen Show (16:9)</PresentationFormat>
  <Paragraphs>188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Tourist Guide</dc:title>
  <dc:subject>PptxGenJS Presentation</dc:subject>
  <dc:creator>Tourist Guide Team</dc:creator>
  <cp:lastModifiedBy>jyot140307@outlook.com</cp:lastModifiedBy>
  <cp:revision>2</cp:revision>
  <dcterms:created xsi:type="dcterms:W3CDTF">2026-10-08T18:11:03Z</dcterms:created>
  <dcterms:modified xsi:type="dcterms:W3CDTF">2026-10-08T18:12:40Z</dcterms:modified>
</cp:coreProperties>
</file>